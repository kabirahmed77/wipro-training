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88A9B-B9F9-40C5-84FC-8380A14957C4}" v="40" dt="2026-03-13T05:53:42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bir Ahmed" userId="da6cf348164e0293" providerId="LiveId" clId="{2A4530B5-1FC9-4FCE-95CB-2E776C6BC4BF}"/>
    <pc:docChg chg="undo custSel addSld modSld">
      <pc:chgData name="Kabir Ahmed" userId="da6cf348164e0293" providerId="LiveId" clId="{2A4530B5-1FC9-4FCE-95CB-2E776C6BC4BF}" dt="2026-03-13T05:53:48.721" v="237" actId="20577"/>
      <pc:docMkLst>
        <pc:docMk/>
      </pc:docMkLst>
      <pc:sldChg chg="addSp delSp modSp mod">
        <pc:chgData name="Kabir Ahmed" userId="da6cf348164e0293" providerId="LiveId" clId="{2A4530B5-1FC9-4FCE-95CB-2E776C6BC4BF}" dt="2026-03-13T05:37:32.929" v="105" actId="5793"/>
        <pc:sldMkLst>
          <pc:docMk/>
          <pc:sldMk cId="4138106349" sldId="256"/>
        </pc:sldMkLst>
        <pc:spChg chg="mod">
          <ac:chgData name="Kabir Ahmed" userId="da6cf348164e0293" providerId="LiveId" clId="{2A4530B5-1FC9-4FCE-95CB-2E776C6BC4BF}" dt="2026-03-13T05:34:28.918" v="6" actId="113"/>
          <ac:spMkLst>
            <pc:docMk/>
            <pc:sldMk cId="4138106349" sldId="256"/>
            <ac:spMk id="2" creationId="{64C23EC8-37BC-9C88-EFB0-7165C3E0C9D7}"/>
          </ac:spMkLst>
        </pc:spChg>
        <pc:spChg chg="del">
          <ac:chgData name="Kabir Ahmed" userId="da6cf348164e0293" providerId="LiveId" clId="{2A4530B5-1FC9-4FCE-95CB-2E776C6BC4BF}" dt="2026-03-13T05:36:28.083" v="7"/>
          <ac:spMkLst>
            <pc:docMk/>
            <pc:sldMk cId="4138106349" sldId="256"/>
            <ac:spMk id="3" creationId="{864814CE-BB38-0779-B24B-8ADA0332E289}"/>
          </ac:spMkLst>
        </pc:spChg>
        <pc:spChg chg="add mod">
          <ac:chgData name="Kabir Ahmed" userId="da6cf348164e0293" providerId="LiveId" clId="{2A4530B5-1FC9-4FCE-95CB-2E776C6BC4BF}" dt="2026-03-13T05:37:32.929" v="105" actId="5793"/>
          <ac:spMkLst>
            <pc:docMk/>
            <pc:sldMk cId="4138106349" sldId="256"/>
            <ac:spMk id="4" creationId="{3AB2ED0E-92BC-311E-C886-96089968DD7B}"/>
          </ac:spMkLst>
        </pc:spChg>
      </pc:sldChg>
      <pc:sldChg chg="addSp modSp new mod">
        <pc:chgData name="Kabir Ahmed" userId="da6cf348164e0293" providerId="LiveId" clId="{2A4530B5-1FC9-4FCE-95CB-2E776C6BC4BF}" dt="2026-03-13T05:41:21.473" v="141" actId="5793"/>
        <pc:sldMkLst>
          <pc:docMk/>
          <pc:sldMk cId="1558609722" sldId="257"/>
        </pc:sldMkLst>
        <pc:spChg chg="mod">
          <ac:chgData name="Kabir Ahmed" userId="da6cf348164e0293" providerId="LiveId" clId="{2A4530B5-1FC9-4FCE-95CB-2E776C6BC4BF}" dt="2026-03-13T05:38:09.194" v="108" actId="113"/>
          <ac:spMkLst>
            <pc:docMk/>
            <pc:sldMk cId="1558609722" sldId="257"/>
            <ac:spMk id="2" creationId="{6C6E075E-EC7A-9658-B1C1-A9D9D49FB608}"/>
          </ac:spMkLst>
        </pc:spChg>
        <pc:spChg chg="mod">
          <ac:chgData name="Kabir Ahmed" userId="da6cf348164e0293" providerId="LiveId" clId="{2A4530B5-1FC9-4FCE-95CB-2E776C6BC4BF}" dt="2026-03-13T05:41:21.473" v="141" actId="5793"/>
          <ac:spMkLst>
            <pc:docMk/>
            <pc:sldMk cId="1558609722" sldId="257"/>
            <ac:spMk id="3" creationId="{0A85BA48-EDCE-220B-05CC-330259592884}"/>
          </ac:spMkLst>
        </pc:spChg>
        <pc:spChg chg="add">
          <ac:chgData name="Kabir Ahmed" userId="da6cf348164e0293" providerId="LiveId" clId="{2A4530B5-1FC9-4FCE-95CB-2E776C6BC4BF}" dt="2026-03-13T05:40:41.950" v="126"/>
          <ac:spMkLst>
            <pc:docMk/>
            <pc:sldMk cId="1558609722" sldId="257"/>
            <ac:spMk id="4" creationId="{4F85D4FA-02BC-3B6C-FB09-E45E9C2E65EF}"/>
          </ac:spMkLst>
        </pc:spChg>
        <pc:spChg chg="add">
          <ac:chgData name="Kabir Ahmed" userId="da6cf348164e0293" providerId="LiveId" clId="{2A4530B5-1FC9-4FCE-95CB-2E776C6BC4BF}" dt="2026-03-13T05:40:44.969" v="127"/>
          <ac:spMkLst>
            <pc:docMk/>
            <pc:sldMk cId="1558609722" sldId="257"/>
            <ac:spMk id="5" creationId="{F72CDE3A-7BA9-9F1F-13EA-15CE645DDB3F}"/>
          </ac:spMkLst>
        </pc:spChg>
      </pc:sldChg>
      <pc:sldChg chg="addSp delSp modSp new mod">
        <pc:chgData name="Kabir Ahmed" userId="da6cf348164e0293" providerId="LiveId" clId="{2A4530B5-1FC9-4FCE-95CB-2E776C6BC4BF}" dt="2026-03-13T05:43:58.001" v="164"/>
        <pc:sldMkLst>
          <pc:docMk/>
          <pc:sldMk cId="3966267578" sldId="258"/>
        </pc:sldMkLst>
        <pc:spChg chg="mod">
          <ac:chgData name="Kabir Ahmed" userId="da6cf348164e0293" providerId="LiveId" clId="{2A4530B5-1FC9-4FCE-95CB-2E776C6BC4BF}" dt="2026-03-13T05:38:28.630" v="111" actId="113"/>
          <ac:spMkLst>
            <pc:docMk/>
            <pc:sldMk cId="3966267578" sldId="258"/>
            <ac:spMk id="2" creationId="{533F1882-2C53-0141-E1EE-3312A8701D2C}"/>
          </ac:spMkLst>
        </pc:spChg>
        <pc:spChg chg="add del">
          <ac:chgData name="Kabir Ahmed" userId="da6cf348164e0293" providerId="LiveId" clId="{2A4530B5-1FC9-4FCE-95CB-2E776C6BC4BF}" dt="2026-03-13T05:42:24.930" v="150" actId="3680"/>
          <ac:spMkLst>
            <pc:docMk/>
            <pc:sldMk cId="3966267578" sldId="258"/>
            <ac:spMk id="3" creationId="{F62FF164-780A-8241-D3E3-2A1F7C67E785}"/>
          </ac:spMkLst>
        </pc:spChg>
        <pc:spChg chg="add del mod">
          <ac:chgData name="Kabir Ahmed" userId="da6cf348164e0293" providerId="LiveId" clId="{2A4530B5-1FC9-4FCE-95CB-2E776C6BC4BF}" dt="2026-03-13T05:43:18.645" v="157" actId="478"/>
          <ac:spMkLst>
            <pc:docMk/>
            <pc:sldMk cId="3966267578" sldId="258"/>
            <ac:spMk id="12" creationId="{45A49E8A-97DE-AD2E-4167-DC9915B8F204}"/>
          </ac:spMkLst>
        </pc:spChg>
        <pc:graphicFrameChg chg="add mod">
          <ac:chgData name="Kabir Ahmed" userId="da6cf348164e0293" providerId="LiveId" clId="{2A4530B5-1FC9-4FCE-95CB-2E776C6BC4BF}" dt="2026-03-13T05:42:04.925" v="149"/>
          <ac:graphicFrameMkLst>
            <pc:docMk/>
            <pc:sldMk cId="3966267578" sldId="258"/>
            <ac:graphicFrameMk id="4" creationId="{56A1F58B-4F3C-0E57-5D6D-40782381D997}"/>
          </ac:graphicFrameMkLst>
        </pc:graphicFrameChg>
        <pc:graphicFrameChg chg="add mod">
          <ac:chgData name="Kabir Ahmed" userId="da6cf348164e0293" providerId="LiveId" clId="{2A4530B5-1FC9-4FCE-95CB-2E776C6BC4BF}" dt="2026-03-13T05:41:54.898" v="142"/>
          <ac:graphicFrameMkLst>
            <pc:docMk/>
            <pc:sldMk cId="3966267578" sldId="258"/>
            <ac:graphicFrameMk id="5" creationId="{7C0EB555-D959-C0B7-6FCE-7BB2C60B0FF5}"/>
          </ac:graphicFrameMkLst>
        </pc:graphicFrameChg>
        <pc:graphicFrameChg chg="add mod">
          <ac:chgData name="Kabir Ahmed" userId="da6cf348164e0293" providerId="LiveId" clId="{2A4530B5-1FC9-4FCE-95CB-2E776C6BC4BF}" dt="2026-03-13T05:41:54.898" v="142"/>
          <ac:graphicFrameMkLst>
            <pc:docMk/>
            <pc:sldMk cId="3966267578" sldId="258"/>
            <ac:graphicFrameMk id="6" creationId="{C084DAA1-69AA-07BE-B903-1BBED8892296}"/>
          </ac:graphicFrameMkLst>
        </pc:graphicFrameChg>
        <pc:graphicFrameChg chg="add mod">
          <ac:chgData name="Kabir Ahmed" userId="da6cf348164e0293" providerId="LiveId" clId="{2A4530B5-1FC9-4FCE-95CB-2E776C6BC4BF}" dt="2026-03-13T05:41:54.898" v="142"/>
          <ac:graphicFrameMkLst>
            <pc:docMk/>
            <pc:sldMk cId="3966267578" sldId="258"/>
            <ac:graphicFrameMk id="7" creationId="{E5A2AA60-5CFF-6828-94E3-193C999C3A33}"/>
          </ac:graphicFrameMkLst>
        </pc:graphicFrameChg>
        <pc:graphicFrameChg chg="add mod modGraphic">
          <ac:chgData name="Kabir Ahmed" userId="da6cf348164e0293" providerId="LiveId" clId="{2A4530B5-1FC9-4FCE-95CB-2E776C6BC4BF}" dt="2026-03-13T05:42:04.599" v="148" actId="14100"/>
          <ac:graphicFrameMkLst>
            <pc:docMk/>
            <pc:sldMk cId="3966267578" sldId="258"/>
            <ac:graphicFrameMk id="8" creationId="{E77C9CB4-5C73-CC56-E5C0-AB2C5582FEC7}"/>
          </ac:graphicFrameMkLst>
        </pc:graphicFrameChg>
        <pc:graphicFrameChg chg="add del mod ord modGraphic">
          <ac:chgData name="Kabir Ahmed" userId="da6cf348164e0293" providerId="LiveId" clId="{2A4530B5-1FC9-4FCE-95CB-2E776C6BC4BF}" dt="2026-03-13T05:42:53.761" v="154" actId="478"/>
          <ac:graphicFrameMkLst>
            <pc:docMk/>
            <pc:sldMk cId="3966267578" sldId="258"/>
            <ac:graphicFrameMk id="9" creationId="{95390662-A70B-EBF7-D906-40C5EA0B869D}"/>
          </ac:graphicFrameMkLst>
        </pc:graphicFrameChg>
        <pc:graphicFrameChg chg="add mod modGraphic">
          <ac:chgData name="Kabir Ahmed" userId="da6cf348164e0293" providerId="LiveId" clId="{2A4530B5-1FC9-4FCE-95CB-2E776C6BC4BF}" dt="2026-03-13T05:43:58.001" v="164"/>
          <ac:graphicFrameMkLst>
            <pc:docMk/>
            <pc:sldMk cId="3966267578" sldId="258"/>
            <ac:graphicFrameMk id="10" creationId="{0F10AAFC-8C1D-CDB5-F158-F2578FC32ED0}"/>
          </ac:graphicFrameMkLst>
        </pc:graphicFrameChg>
      </pc:sldChg>
      <pc:sldChg chg="addSp delSp modSp new mod">
        <pc:chgData name="Kabir Ahmed" userId="da6cf348164e0293" providerId="LiveId" clId="{2A4530B5-1FC9-4FCE-95CB-2E776C6BC4BF}" dt="2026-03-13T05:45:20.405" v="173" actId="5793"/>
        <pc:sldMkLst>
          <pc:docMk/>
          <pc:sldMk cId="4045693049" sldId="259"/>
        </pc:sldMkLst>
        <pc:spChg chg="mod">
          <ac:chgData name="Kabir Ahmed" userId="da6cf348164e0293" providerId="LiveId" clId="{2A4530B5-1FC9-4FCE-95CB-2E776C6BC4BF}" dt="2026-03-13T05:38:49.959" v="114" actId="113"/>
          <ac:spMkLst>
            <pc:docMk/>
            <pc:sldMk cId="4045693049" sldId="259"/>
            <ac:spMk id="2" creationId="{56D7B2E6-E5A2-935D-5468-DFA85DF466B1}"/>
          </ac:spMkLst>
        </pc:spChg>
        <pc:spChg chg="del">
          <ac:chgData name="Kabir Ahmed" userId="da6cf348164e0293" providerId="LiveId" clId="{2A4530B5-1FC9-4FCE-95CB-2E776C6BC4BF}" dt="2026-03-13T05:44:55.187" v="165"/>
          <ac:spMkLst>
            <pc:docMk/>
            <pc:sldMk cId="4045693049" sldId="259"/>
            <ac:spMk id="3" creationId="{52C451A6-3CFF-D599-7F98-CC4BB81683F7}"/>
          </ac:spMkLst>
        </pc:spChg>
        <pc:spChg chg="add mod">
          <ac:chgData name="Kabir Ahmed" userId="da6cf348164e0293" providerId="LiveId" clId="{2A4530B5-1FC9-4FCE-95CB-2E776C6BC4BF}" dt="2026-03-13T05:45:20.405" v="173" actId="5793"/>
          <ac:spMkLst>
            <pc:docMk/>
            <pc:sldMk cId="4045693049" sldId="259"/>
            <ac:spMk id="4" creationId="{AC3B7CBA-181F-C868-9774-4A2F00295085}"/>
          </ac:spMkLst>
        </pc:spChg>
      </pc:sldChg>
      <pc:sldChg chg="addSp delSp modSp new mod">
        <pc:chgData name="Kabir Ahmed" userId="da6cf348164e0293" providerId="LiveId" clId="{2A4530B5-1FC9-4FCE-95CB-2E776C6BC4BF}" dt="2026-03-13T05:47:59.175" v="185" actId="14100"/>
        <pc:sldMkLst>
          <pc:docMk/>
          <pc:sldMk cId="3447811732" sldId="260"/>
        </pc:sldMkLst>
        <pc:spChg chg="mod">
          <ac:chgData name="Kabir Ahmed" userId="da6cf348164e0293" providerId="LiveId" clId="{2A4530B5-1FC9-4FCE-95CB-2E776C6BC4BF}" dt="2026-03-13T05:47:59.175" v="185" actId="14100"/>
          <ac:spMkLst>
            <pc:docMk/>
            <pc:sldMk cId="3447811732" sldId="260"/>
            <ac:spMk id="2" creationId="{D58AC574-394C-383B-DFE6-6A2B1D7EF72A}"/>
          </ac:spMkLst>
        </pc:spChg>
        <pc:spChg chg="del mod">
          <ac:chgData name="Kabir Ahmed" userId="da6cf348164e0293" providerId="LiveId" clId="{2A4530B5-1FC9-4FCE-95CB-2E776C6BC4BF}" dt="2026-03-13T05:46:07.897" v="175" actId="3680"/>
          <ac:spMkLst>
            <pc:docMk/>
            <pc:sldMk cId="3447811732" sldId="260"/>
            <ac:spMk id="3" creationId="{1A327D4D-78E0-E4EC-6A90-BF7FAE2336C5}"/>
          </ac:spMkLst>
        </pc:spChg>
        <pc:graphicFrameChg chg="add mod ord modGraphic">
          <ac:chgData name="Kabir Ahmed" userId="da6cf348164e0293" providerId="LiveId" clId="{2A4530B5-1FC9-4FCE-95CB-2E776C6BC4BF}" dt="2026-03-13T05:47:00.226" v="183" actId="1076"/>
          <ac:graphicFrameMkLst>
            <pc:docMk/>
            <pc:sldMk cId="3447811732" sldId="260"/>
            <ac:graphicFrameMk id="4" creationId="{85E87F20-0F88-6326-DE37-694D77321DE8}"/>
          </ac:graphicFrameMkLst>
        </pc:graphicFrameChg>
      </pc:sldChg>
      <pc:sldChg chg="addSp delSp modSp new mod">
        <pc:chgData name="Kabir Ahmed" userId="da6cf348164e0293" providerId="LiveId" clId="{2A4530B5-1FC9-4FCE-95CB-2E776C6BC4BF}" dt="2026-03-13T05:53:20.686" v="233" actId="13822"/>
        <pc:sldMkLst>
          <pc:docMk/>
          <pc:sldMk cId="3894868324" sldId="261"/>
        </pc:sldMkLst>
        <pc:spChg chg="mod">
          <ac:chgData name="Kabir Ahmed" userId="da6cf348164e0293" providerId="LiveId" clId="{2A4530B5-1FC9-4FCE-95CB-2E776C6BC4BF}" dt="2026-03-13T05:39:24.206" v="120" actId="113"/>
          <ac:spMkLst>
            <pc:docMk/>
            <pc:sldMk cId="3894868324" sldId="261"/>
            <ac:spMk id="2" creationId="{ECE590A5-72F2-62D4-D540-3DC6BB7B4181}"/>
          </ac:spMkLst>
        </pc:spChg>
        <pc:spChg chg="del mod">
          <ac:chgData name="Kabir Ahmed" userId="da6cf348164e0293" providerId="LiveId" clId="{2A4530B5-1FC9-4FCE-95CB-2E776C6BC4BF}" dt="2026-03-13T05:49:16.383" v="194" actId="478"/>
          <ac:spMkLst>
            <pc:docMk/>
            <pc:sldMk cId="3894868324" sldId="261"/>
            <ac:spMk id="3" creationId="{9ED23D64-D38E-0066-9AD9-F25A6811F8E1}"/>
          </ac:spMkLst>
        </pc:spChg>
        <pc:spChg chg="add mod">
          <ac:chgData name="Kabir Ahmed" userId="da6cf348164e0293" providerId="LiveId" clId="{2A4530B5-1FC9-4FCE-95CB-2E776C6BC4BF}" dt="2026-03-13T05:49:21.433" v="196" actId="14100"/>
          <ac:spMkLst>
            <pc:docMk/>
            <pc:sldMk cId="3894868324" sldId="261"/>
            <ac:spMk id="4" creationId="{ADBCADD0-8247-193A-533E-ADC63F924802}"/>
          </ac:spMkLst>
        </pc:spChg>
        <pc:spChg chg="add mod">
          <ac:chgData name="Kabir Ahmed" userId="da6cf348164e0293" providerId="LiveId" clId="{2A4530B5-1FC9-4FCE-95CB-2E776C6BC4BF}" dt="2026-03-13T05:49:44.291" v="199"/>
          <ac:spMkLst>
            <pc:docMk/>
            <pc:sldMk cId="3894868324" sldId="261"/>
            <ac:spMk id="5" creationId="{4F2F5D54-FEEF-DEA3-1D54-903FFC095D8B}"/>
          </ac:spMkLst>
        </pc:spChg>
        <pc:spChg chg="add mod">
          <ac:chgData name="Kabir Ahmed" userId="da6cf348164e0293" providerId="LiveId" clId="{2A4530B5-1FC9-4FCE-95CB-2E776C6BC4BF}" dt="2026-03-13T05:50:02.289" v="202"/>
          <ac:spMkLst>
            <pc:docMk/>
            <pc:sldMk cId="3894868324" sldId="261"/>
            <ac:spMk id="6" creationId="{B394D2C8-4C78-556B-6CE1-4D29C147311E}"/>
          </ac:spMkLst>
        </pc:spChg>
        <pc:spChg chg="add mod">
          <ac:chgData name="Kabir Ahmed" userId="da6cf348164e0293" providerId="LiveId" clId="{2A4530B5-1FC9-4FCE-95CB-2E776C6BC4BF}" dt="2026-03-13T05:52:53.408" v="227" actId="1076"/>
          <ac:spMkLst>
            <pc:docMk/>
            <pc:sldMk cId="3894868324" sldId="261"/>
            <ac:spMk id="7" creationId="{44C69263-E4A1-078E-0107-B2DCC3CCB4FD}"/>
          </ac:spMkLst>
        </pc:spChg>
        <pc:spChg chg="add mod">
          <ac:chgData name="Kabir Ahmed" userId="da6cf348164e0293" providerId="LiveId" clId="{2A4530B5-1FC9-4FCE-95CB-2E776C6BC4BF}" dt="2026-03-13T05:51:02.171" v="210" actId="1076"/>
          <ac:spMkLst>
            <pc:docMk/>
            <pc:sldMk cId="3894868324" sldId="261"/>
            <ac:spMk id="8" creationId="{53C42300-DBE4-3074-CBE6-D68FAB9BCD0F}"/>
          </ac:spMkLst>
        </pc:spChg>
        <pc:spChg chg="add mod">
          <ac:chgData name="Kabir Ahmed" userId="da6cf348164e0293" providerId="LiveId" clId="{2A4530B5-1FC9-4FCE-95CB-2E776C6BC4BF}" dt="2026-03-13T05:51:42.248" v="216" actId="1076"/>
          <ac:spMkLst>
            <pc:docMk/>
            <pc:sldMk cId="3894868324" sldId="261"/>
            <ac:spMk id="9" creationId="{810C23D0-FDAE-259E-0D43-034197E1CA2E}"/>
          </ac:spMkLst>
        </pc:spChg>
        <pc:spChg chg="add mod">
          <ac:chgData name="Kabir Ahmed" userId="da6cf348164e0293" providerId="LiveId" clId="{2A4530B5-1FC9-4FCE-95CB-2E776C6BC4BF}" dt="2026-03-13T05:52:02.240" v="219"/>
          <ac:spMkLst>
            <pc:docMk/>
            <pc:sldMk cId="3894868324" sldId="261"/>
            <ac:spMk id="10" creationId="{DB103754-FA14-71E3-404A-89AD3B02D8A1}"/>
          </ac:spMkLst>
        </pc:spChg>
        <pc:spChg chg="add mod">
          <ac:chgData name="Kabir Ahmed" userId="da6cf348164e0293" providerId="LiveId" clId="{2A4530B5-1FC9-4FCE-95CB-2E776C6BC4BF}" dt="2026-03-13T05:52:16.715" v="221" actId="571"/>
          <ac:spMkLst>
            <pc:docMk/>
            <pc:sldMk cId="3894868324" sldId="261"/>
            <ac:spMk id="13" creationId="{411C74AB-239A-019D-15E5-2C75B89CB0E0}"/>
          </ac:spMkLst>
        </pc:spChg>
        <pc:cxnChg chg="add">
          <ac:chgData name="Kabir Ahmed" userId="da6cf348164e0293" providerId="LiveId" clId="{2A4530B5-1FC9-4FCE-95CB-2E776C6BC4BF}" dt="2026-03-13T05:52:13.925" v="220" actId="11529"/>
          <ac:cxnSpMkLst>
            <pc:docMk/>
            <pc:sldMk cId="3894868324" sldId="261"/>
            <ac:cxnSpMk id="12" creationId="{E2F0A1C3-D414-77E1-C2BD-C163568F2CF7}"/>
          </ac:cxnSpMkLst>
        </pc:cxnChg>
        <pc:cxnChg chg="add mod">
          <ac:chgData name="Kabir Ahmed" userId="da6cf348164e0293" providerId="LiveId" clId="{2A4530B5-1FC9-4FCE-95CB-2E776C6BC4BF}" dt="2026-03-13T05:52:29.317" v="224" actId="13822"/>
          <ac:cxnSpMkLst>
            <pc:docMk/>
            <pc:sldMk cId="3894868324" sldId="261"/>
            <ac:cxnSpMk id="14" creationId="{CBE837D9-047A-F82A-5ED9-69838B8ECF03}"/>
          </ac:cxnSpMkLst>
        </pc:cxnChg>
        <pc:cxnChg chg="add mod">
          <ac:chgData name="Kabir Ahmed" userId="da6cf348164e0293" providerId="LiveId" clId="{2A4530B5-1FC9-4FCE-95CB-2E776C6BC4BF}" dt="2026-03-13T05:52:26.714" v="223" actId="13822"/>
          <ac:cxnSpMkLst>
            <pc:docMk/>
            <pc:sldMk cId="3894868324" sldId="261"/>
            <ac:cxnSpMk id="16" creationId="{87FF2C43-7DB9-2E96-7174-B1ED8800DF0F}"/>
          </ac:cxnSpMkLst>
        </pc:cxnChg>
        <pc:cxnChg chg="add mod">
          <ac:chgData name="Kabir Ahmed" userId="da6cf348164e0293" providerId="LiveId" clId="{2A4530B5-1FC9-4FCE-95CB-2E776C6BC4BF}" dt="2026-03-13T05:52:47.839" v="226" actId="13822"/>
          <ac:cxnSpMkLst>
            <pc:docMk/>
            <pc:sldMk cId="3894868324" sldId="261"/>
            <ac:cxnSpMk id="18" creationId="{A02408F0-41E4-86D8-ECAF-7F199EB60CEC}"/>
          </ac:cxnSpMkLst>
        </pc:cxnChg>
        <pc:cxnChg chg="add mod">
          <ac:chgData name="Kabir Ahmed" userId="da6cf348164e0293" providerId="LiveId" clId="{2A4530B5-1FC9-4FCE-95CB-2E776C6BC4BF}" dt="2026-03-13T05:53:03.040" v="229" actId="13822"/>
          <ac:cxnSpMkLst>
            <pc:docMk/>
            <pc:sldMk cId="3894868324" sldId="261"/>
            <ac:cxnSpMk id="20" creationId="{FAF61544-600A-D257-5448-554BAE2AE348}"/>
          </ac:cxnSpMkLst>
        </pc:cxnChg>
        <pc:cxnChg chg="add mod">
          <ac:chgData name="Kabir Ahmed" userId="da6cf348164e0293" providerId="LiveId" clId="{2A4530B5-1FC9-4FCE-95CB-2E776C6BC4BF}" dt="2026-03-13T05:53:11.603" v="231" actId="13822"/>
          <ac:cxnSpMkLst>
            <pc:docMk/>
            <pc:sldMk cId="3894868324" sldId="261"/>
            <ac:cxnSpMk id="22" creationId="{B8B26B32-847F-49FF-513E-9D58053EB4C7}"/>
          </ac:cxnSpMkLst>
        </pc:cxnChg>
        <pc:cxnChg chg="add mod">
          <ac:chgData name="Kabir Ahmed" userId="da6cf348164e0293" providerId="LiveId" clId="{2A4530B5-1FC9-4FCE-95CB-2E776C6BC4BF}" dt="2026-03-13T05:53:20.686" v="233" actId="13822"/>
          <ac:cxnSpMkLst>
            <pc:docMk/>
            <pc:sldMk cId="3894868324" sldId="261"/>
            <ac:cxnSpMk id="24" creationId="{5F636965-73B8-0D6D-9610-34A3A601A4CB}"/>
          </ac:cxnSpMkLst>
        </pc:cxnChg>
      </pc:sldChg>
      <pc:sldChg chg="modSp new mod">
        <pc:chgData name="Kabir Ahmed" userId="da6cf348164e0293" providerId="LiveId" clId="{2A4530B5-1FC9-4FCE-95CB-2E776C6BC4BF}" dt="2026-03-13T05:53:48.721" v="237" actId="20577"/>
        <pc:sldMkLst>
          <pc:docMk/>
          <pc:sldMk cId="3953109037" sldId="262"/>
        </pc:sldMkLst>
        <pc:spChg chg="mod">
          <ac:chgData name="Kabir Ahmed" userId="da6cf348164e0293" providerId="LiveId" clId="{2A4530B5-1FC9-4FCE-95CB-2E776C6BC4BF}" dt="2026-03-13T05:39:40.488" v="123" actId="113"/>
          <ac:spMkLst>
            <pc:docMk/>
            <pc:sldMk cId="3953109037" sldId="262"/>
            <ac:spMk id="2" creationId="{A67C3A9E-9CFB-53DB-49BC-6A8BBFCBC4B0}"/>
          </ac:spMkLst>
        </pc:spChg>
        <pc:spChg chg="mod">
          <ac:chgData name="Kabir Ahmed" userId="da6cf348164e0293" providerId="LiveId" clId="{2A4530B5-1FC9-4FCE-95CB-2E776C6BC4BF}" dt="2026-03-13T05:53:48.721" v="237" actId="20577"/>
          <ac:spMkLst>
            <pc:docMk/>
            <pc:sldMk cId="3953109037" sldId="262"/>
            <ac:spMk id="3" creationId="{B2C69740-79B9-D1A0-C6B0-1482728375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05B8-8CB6-88F0-7553-5A4BED6E0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E71DD-3028-252B-4CB3-C4A8674D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F511-E1EA-BCA5-3064-3AEEBC41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5C20-B064-48EB-6725-0597B54E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D341-DFB1-A8E1-EFF1-C75F6322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2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9542-25A4-54F2-ED91-72884BB3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77D0-711D-2932-7639-8C2F97CA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A49B-5D71-897C-7E46-FB5EF6F3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3722-9956-C450-6A6B-687C430A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0BE1B-6DD2-CCE6-A9B0-5532B685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2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6B1A-7C8B-C153-2E4C-9DB41CEB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75498-C3E6-CC5C-0E1C-AF444EC96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3E710-9038-F0C8-68C6-5FFD57E7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7301-9404-7136-F395-7AB92E91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96E3A-93C8-7EF3-47E0-FA8D9F2F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9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DAEA-3644-2C63-FCC3-45F7A03C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0A7C-8DAD-5443-95B3-9D9D7C668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1F22-C14B-953A-E81B-AF4E8B304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913B3-9C87-D552-18D9-8CE4551E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4A38-F09D-691F-8013-E8CAD876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EDCA5-74C6-87CA-0239-4FC8BF55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27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8FFB-2862-410B-2363-4A3BCFEC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B4B19-6223-5DAD-D119-B56D2C39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2B8F8-A5D7-15A4-4B92-75F2408BE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8D61F-0DE0-B1BF-C726-B8EDB364C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47B49-A0B0-2454-BC48-8A8ECCBFB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DD0B1-1C20-57B6-93D6-48A41544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A4F42-A39A-196E-4A71-945FB4B9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297D7-227A-77DF-252C-7617E581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7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19E8-7C62-73D9-BA55-DC67ADDF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90BCE-F28A-B9EA-960C-EE1B5B63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39FD8-1B3B-78A5-15FB-6FDE9AB1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DB74E-74D3-FF4C-CF55-517B32E5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5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795D8-92FA-EE7E-9710-394FE61B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8D655-826C-FB51-D035-F1C64684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81C03-C9AA-7844-4716-2C5A6E82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8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EC0C-9010-C4FC-C370-111B9AEB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0511-194D-479E-6932-D9F677251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3AE95-41DD-E41B-7466-9143A71D5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1C7D2-6AAD-9A3B-4450-B8D6517A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C1E17-E278-F7FD-A68D-E0E8D8D7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8142-40CF-C49B-6BC5-09A452D1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7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980-8F49-81A3-54B2-9A723DC9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888F8-6470-5F84-8CF1-6DC10781D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5434B-ACBA-A1EF-48F4-F9F7BF358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3E0EE-4356-B74D-1CC8-E42DBAEB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ACDD1-3CB2-0DB4-29E8-D5246067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2051A-D840-EE48-1EEF-C1BFB333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27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3064-B86F-CBF7-E5DE-3FAB623B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3BDC5-8E05-AC17-89C9-BB5476CE3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B7539-C12B-6163-F15E-35D59318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7E74C-8FBE-1849-A085-215AC62D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67116-A3AE-2166-C5D3-6B0265EE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0B9E8-09C1-9762-CC7F-4FF3F3858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AF8F4-B289-8A08-1E82-FB84033BF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5F3F7-8DDC-F032-8214-3281C77B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3D825-A0CE-538E-8D5C-F0B0A30D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C3587-29BE-0651-21CA-B31840AD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22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5F7C9-FBD4-9E99-F5FF-D976297E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0AF19-0C49-EE73-1282-1FC8ED52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9D53-20C8-2A7C-0D7F-87DC27F67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5BFA-5869-B0D3-1FE0-BE33E8E08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7DB0-8CD7-1B9D-3E5F-6DAA23323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3EC8-37BC-9C88-EFB0-7165C3E0C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737419"/>
            <a:ext cx="10019071" cy="1366684"/>
          </a:xfrm>
        </p:spPr>
        <p:txBody>
          <a:bodyPr>
            <a:normAutofit/>
          </a:bodyPr>
          <a:lstStyle/>
          <a:p>
            <a:r>
              <a:rPr lang="en-US" sz="4000" b="1" dirty="0"/>
              <a:t>Enterprise Reporting &amp; Automation Strategy – </a:t>
            </a:r>
            <a:r>
              <a:rPr lang="en-US" sz="4000" b="1" dirty="0" err="1"/>
              <a:t>RetailHub</a:t>
            </a:r>
            <a:r>
              <a:rPr lang="en-US" sz="4000" b="1" dirty="0"/>
              <a:t> Pvt Ltd</a:t>
            </a: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B2ED0E-92BC-311E-C886-96089968DD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6"/>
            <a:ext cx="81214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Submitted by: Kabir Ahmed 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Date: 13/03/2026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Course: Day 27-29 Assessment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10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075E-EC7A-9658-B1C1-A9D9D49F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5BA48-EDCE-220B-05CC-330259592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Challenges at </a:t>
            </a:r>
            <a:r>
              <a:rPr lang="en-IN" dirty="0" err="1"/>
              <a:t>RetailHub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r>
              <a:rPr lang="en-US" dirty="0"/>
              <a:t>Manual daily sales reports</a:t>
            </a:r>
          </a:p>
          <a:p>
            <a:r>
              <a:rPr lang="en-US" dirty="0"/>
              <a:t>Manual financial reporting</a:t>
            </a:r>
          </a:p>
          <a:p>
            <a:r>
              <a:rPr lang="en-US" dirty="0"/>
              <a:t>No real-time inventory visibility</a:t>
            </a:r>
          </a:p>
          <a:p>
            <a:r>
              <a:rPr lang="en-US" dirty="0"/>
              <a:t>Repetitive customer queries</a:t>
            </a:r>
          </a:p>
          <a:p>
            <a:r>
              <a:rPr lang="en-US" dirty="0"/>
              <a:t>Fragmented data across systems</a:t>
            </a:r>
          </a:p>
          <a:p>
            <a:r>
              <a:rPr lang="en-US" dirty="0"/>
              <a:t>Operational inefficiencies due to spreadsheets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60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1882-2C53-0141-E1EE-3312A870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Power Platform Solution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10AAFC-8C1D-CDB5-F158-F2578FC32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330741"/>
              </p:ext>
            </p:extLst>
          </p:nvPr>
        </p:nvGraphicFramePr>
        <p:xfrm>
          <a:off x="1088103" y="1763360"/>
          <a:ext cx="8763819" cy="3820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273">
                  <a:extLst>
                    <a:ext uri="{9D8B030D-6E8A-4147-A177-3AD203B41FA5}">
                      <a16:colId xmlns:a16="http://schemas.microsoft.com/office/drawing/2014/main" val="2953385011"/>
                    </a:ext>
                  </a:extLst>
                </a:gridCol>
                <a:gridCol w="2921273">
                  <a:extLst>
                    <a:ext uri="{9D8B030D-6E8A-4147-A177-3AD203B41FA5}">
                      <a16:colId xmlns:a16="http://schemas.microsoft.com/office/drawing/2014/main" val="2325262482"/>
                    </a:ext>
                  </a:extLst>
                </a:gridCol>
                <a:gridCol w="2921273">
                  <a:extLst>
                    <a:ext uri="{9D8B030D-6E8A-4147-A177-3AD203B41FA5}">
                      <a16:colId xmlns:a16="http://schemas.microsoft.com/office/drawing/2014/main" val="1358590807"/>
                    </a:ext>
                  </a:extLst>
                </a:gridCol>
              </a:tblGrid>
              <a:tr h="629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 Platform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IN" dirty="0"/>
                        <a:t>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14184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Platform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55423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business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459477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HR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management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345471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Repetitive approvals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Automate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815465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Virtual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Chatbot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39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26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B2E6-E5A2-935D-5468-DFA85DF4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SSRS Reporting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3B7CBA-181F-C868-9774-4A2F00295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6350"/>
            <a:ext cx="936768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for paginated, operational, and financial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precise, scheduled, printable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RetailHub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store sales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financial 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summary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9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C574-394C-383B-DFE6-6A2B1D7E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61"/>
            <a:ext cx="10515600" cy="1228572"/>
          </a:xfrm>
        </p:spPr>
        <p:txBody>
          <a:bodyPr/>
          <a:lstStyle/>
          <a:p>
            <a:r>
              <a:rPr lang="en-IN" b="1" dirty="0"/>
              <a:t>SSRS vs Power BI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E87F20-0F88-6326-DE37-694D77321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85344"/>
              </p:ext>
            </p:extLst>
          </p:nvPr>
        </p:nvGraphicFramePr>
        <p:xfrm>
          <a:off x="720213" y="1412669"/>
          <a:ext cx="10515597" cy="4392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87117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445387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68425344"/>
                    </a:ext>
                  </a:extLst>
                </a:gridCol>
              </a:tblGrid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SSRS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37314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Paginated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911646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Operational &amp; financial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543206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6979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32107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refresh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55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8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90A5-72F2-62D4-D540-3DC6BB7B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CADD0-8247-193A-533E-ADC63F924802}"/>
              </a:ext>
            </a:extLst>
          </p:cNvPr>
          <p:cNvSpPr/>
          <p:nvPr/>
        </p:nvSpPr>
        <p:spPr>
          <a:xfrm>
            <a:off x="838200" y="1612491"/>
            <a:ext cx="279973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Data Sources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F5D54-FEEF-DEA3-1D54-903FFC095D8B}"/>
              </a:ext>
            </a:extLst>
          </p:cNvPr>
          <p:cNvSpPr/>
          <p:nvPr/>
        </p:nvSpPr>
        <p:spPr>
          <a:xfrm>
            <a:off x="838200" y="2762865"/>
            <a:ext cx="2799735" cy="8455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SQL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4D2C8-4C78-556B-6CE1-4D29C147311E}"/>
              </a:ext>
            </a:extLst>
          </p:cNvPr>
          <p:cNvSpPr/>
          <p:nvPr/>
        </p:nvSpPr>
        <p:spPr>
          <a:xfrm>
            <a:off x="924232" y="3805084"/>
            <a:ext cx="279973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SSRS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69263-E4A1-078E-0107-B2DCC3CCB4FD}"/>
              </a:ext>
            </a:extLst>
          </p:cNvPr>
          <p:cNvSpPr/>
          <p:nvPr/>
        </p:nvSpPr>
        <p:spPr>
          <a:xfrm>
            <a:off x="1150374" y="5053781"/>
            <a:ext cx="2713703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BI Dashboards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42300-DBE4-3074-CBE6-D68FAB9BCD0F}"/>
              </a:ext>
            </a:extLst>
          </p:cNvPr>
          <p:cNvSpPr/>
          <p:nvPr/>
        </p:nvSpPr>
        <p:spPr>
          <a:xfrm>
            <a:off x="4768645" y="5053781"/>
            <a:ext cx="2802193" cy="8357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C23D0-FDAE-259E-0D43-034197E1CA2E}"/>
              </a:ext>
            </a:extLst>
          </p:cNvPr>
          <p:cNvSpPr/>
          <p:nvPr/>
        </p:nvSpPr>
        <p:spPr>
          <a:xfrm>
            <a:off x="4768645" y="4021394"/>
            <a:ext cx="2310581" cy="698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Power Automate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03754-FA14-71E3-404A-89AD3B02D8A1}"/>
              </a:ext>
            </a:extLst>
          </p:cNvPr>
          <p:cNvSpPr/>
          <p:nvPr/>
        </p:nvSpPr>
        <p:spPr>
          <a:xfrm>
            <a:off x="4640826" y="2871019"/>
            <a:ext cx="2799735" cy="717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Power Virtual Agents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F0A1C3-D414-77E1-C2BD-C163568F2CF7}"/>
              </a:ext>
            </a:extLst>
          </p:cNvPr>
          <p:cNvCxnSpPr/>
          <p:nvPr/>
        </p:nvCxnSpPr>
        <p:spPr>
          <a:xfrm>
            <a:off x="2104103" y="2526891"/>
            <a:ext cx="0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C74AB-239A-019D-15E5-2C75B89CB0E0}"/>
              </a:ext>
            </a:extLst>
          </p:cNvPr>
          <p:cNvSpPr/>
          <p:nvPr/>
        </p:nvSpPr>
        <p:spPr>
          <a:xfrm>
            <a:off x="838200" y="2782530"/>
            <a:ext cx="2799735" cy="8455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SQL Server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837D9-047A-F82A-5ED9-69838B8ECF03}"/>
              </a:ext>
            </a:extLst>
          </p:cNvPr>
          <p:cNvCxnSpPr/>
          <p:nvPr/>
        </p:nvCxnSpPr>
        <p:spPr>
          <a:xfrm>
            <a:off x="2104103" y="2546556"/>
            <a:ext cx="0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FF2C43-7DB9-2E96-7174-B1ED8800DF0F}"/>
              </a:ext>
            </a:extLst>
          </p:cNvPr>
          <p:cNvCxnSpPr>
            <a:stCxn id="13" idx="2"/>
          </p:cNvCxnSpPr>
          <p:nvPr/>
        </p:nvCxnSpPr>
        <p:spPr>
          <a:xfrm>
            <a:off x="2238068" y="3628104"/>
            <a:ext cx="3687" cy="176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2408F0-41E4-86D8-ECAF-7F199EB60CEC}"/>
              </a:ext>
            </a:extLst>
          </p:cNvPr>
          <p:cNvCxnSpPr>
            <a:stCxn id="6" idx="2"/>
          </p:cNvCxnSpPr>
          <p:nvPr/>
        </p:nvCxnSpPr>
        <p:spPr>
          <a:xfrm>
            <a:off x="2324100" y="4719484"/>
            <a:ext cx="94635" cy="33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F61544-600A-D257-5448-554BAE2AE348}"/>
              </a:ext>
            </a:extLst>
          </p:cNvPr>
          <p:cNvCxnSpPr>
            <a:stCxn id="7" idx="3"/>
          </p:cNvCxnSpPr>
          <p:nvPr/>
        </p:nvCxnSpPr>
        <p:spPr>
          <a:xfrm>
            <a:off x="3864077" y="5510981"/>
            <a:ext cx="904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B26B32-847F-49FF-513E-9D58053EB4C7}"/>
              </a:ext>
            </a:extLst>
          </p:cNvPr>
          <p:cNvCxnSpPr/>
          <p:nvPr/>
        </p:nvCxnSpPr>
        <p:spPr>
          <a:xfrm flipV="1">
            <a:off x="5663381" y="4719484"/>
            <a:ext cx="0" cy="26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636965-73B8-0D6D-9610-34A3A601A4CB}"/>
              </a:ext>
            </a:extLst>
          </p:cNvPr>
          <p:cNvCxnSpPr/>
          <p:nvPr/>
        </p:nvCxnSpPr>
        <p:spPr>
          <a:xfrm flipV="1">
            <a:off x="5673213" y="3588774"/>
            <a:ext cx="0" cy="43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3A9E-9CFB-53DB-49BC-6A8BBFCB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9740-79B9-D1A0-C6B0-14827283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Combining Power Platform and SSRS gives the best of both worlds – accurate operational reports with SSRS and dynamic, automated solutions with Power Platform. </a:t>
            </a:r>
          </a:p>
          <a:p>
            <a:endParaRPr lang="en-US" dirty="0"/>
          </a:p>
          <a:p>
            <a:r>
              <a:rPr lang="en-US" dirty="0"/>
              <a:t>This approach enhances efficiency, improves decision-making, and boosts customer satisfaction.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10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228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Office Theme</vt:lpstr>
      <vt:lpstr>Enterprise Reporting &amp; Automation Strategy – RetailHub Pvt Ltd</vt:lpstr>
      <vt:lpstr>Problem Analysis</vt:lpstr>
      <vt:lpstr>Power Platform Solution</vt:lpstr>
      <vt:lpstr>SSRS Reporting Strategy</vt:lpstr>
      <vt:lpstr>SSRS vs Power BI Comparison</vt:lpstr>
      <vt:lpstr>Solution Architecture</vt:lpstr>
      <vt:lpstr>Final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Kabir Ahmed</dc:creator>
  <cp:lastModifiedBy>Kabir Ahmed</cp:lastModifiedBy>
  <cp:revision>1</cp:revision>
  <dcterms:created xsi:type="dcterms:W3CDTF">2026-03-13T05:33:14Z</dcterms:created>
  <dcterms:modified xsi:type="dcterms:W3CDTF">2026-03-13T05:53:51Z</dcterms:modified>
</cp:coreProperties>
</file>